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48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Order Data into Boardroom-Ready Insights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886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 •  DecodeLabs Industrial Training Kit  •  Batch 2026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881360" y="640080"/>
            <a:ext cx="164592" cy="164592"/>
          </a:xfrm>
          <a:prstGeom prst="ellipse">
            <a:avLst/>
          </a:prstGeom>
          <a:solidFill>
            <a:srgbClr val="F9616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monthly revenue has slipped 16% since 2023</a:t>
            </a:r>
            <a:endParaRPr lang="en-US" sz="2800" dirty="0"/>
          </a:p>
        </p:txBody>
      </p:sp>
      <p:pic>
        <p:nvPicPr>
          <p:cNvPr id="3" name="Image 0" descr="charts/01_revenue_tr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11064240" cy="4663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pPr indent="0" marL="0">
              <a:buNone/>
            </a:pPr>
            <a:r>
              <a:rPr lang="en-US" sz="1250" dirty="0">
                <a:solidFill>
                  <a:srgbClr val="5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averaged $46.1K in 2023 vs. $38.6K in the first half of 2025 — investigate demand or fulfillment issues before planning next year's targets.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 of orders end in cancellation or return, risking $520K</a:t>
            </a:r>
            <a:endParaRPr lang="en-US" sz="2800" dirty="0"/>
          </a:p>
        </p:txBody>
      </p:sp>
      <p:pic>
        <p:nvPicPr>
          <p:cNvPr id="3" name="Image 0" descr="charts/02_order_statu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234440"/>
            <a:ext cx="10515600" cy="4663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pPr indent="0" marL="0">
              <a:buNone/>
            </a:pPr>
            <a:r>
              <a:rPr lang="en-US" sz="1250" dirty="0">
                <a:solidFill>
                  <a:srgbClr val="5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and Returned orders together account for 497 of 1,200 orders and $519.7K of gross revenue — tightening checkout and post-purchase follow-up should be the top operational priority.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Chairs and Printers lead revenue; Phones trail 22% behind</a:t>
            </a:r>
            <a:endParaRPr lang="en-US" sz="2800" dirty="0"/>
          </a:p>
        </p:txBody>
      </p:sp>
      <p:pic>
        <p:nvPicPr>
          <p:cNvPr id="3" name="Image 0" descr="charts/03_revenue_by_produ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234440"/>
            <a:ext cx="10515600" cy="4663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pPr indent="0" marL="0">
              <a:buNone/>
            </a:pPr>
            <a:r>
              <a:rPr lang="en-US" sz="1250" dirty="0">
                <a:solidFill>
                  <a:srgbClr val="5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Chairs ($195.6K) and Printers ($195.6K) are the top two products by revenue, while Phones ($151.7K) generate 22% less — review Phone pricing and promotion before the next assortment review.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referrals generate the most revenue of any channel</a:t>
            </a:r>
            <a:endParaRPr lang="en-US" sz="2800" dirty="0"/>
          </a:p>
        </p:txBody>
      </p:sp>
      <p:pic>
        <p:nvPicPr>
          <p:cNvPr id="3" name="Image 0" descr="charts/04_revenue_by_referr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234440"/>
            <a:ext cx="10515600" cy="4663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pPr indent="0" marL="0">
              <a:buNone/>
            </a:pPr>
            <a:r>
              <a:rPr lang="en-US" sz="1250" dirty="0">
                <a:solidFill>
                  <a:srgbClr val="5A5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drove $275.3K of revenue, 21% more than direct Referral links ($226.8K) — shifting marketing budget toward Instagram is the highest-leverage channel move available.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fulfillment first, then double down on Instagram and top-selling products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healthy at ~$1.26M across 1,200 orders, but average monthly revenue has drifted down 16% since 2023.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80560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0" y="283464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of all orders are Cancelled or Returned — $519.7K in gross revenue never truly converts, and this is the single largest drag on the top line.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0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283464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checkout and post-purchase experience to cut cancellations, then reinvest the savings into Instagram acquisition and Chair/Printer inventory, the strongest revenue drivers.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•  Project 4: Data Visualization  •  Batch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4: Data Visualization</dc:title>
  <dc:subject>PptxGenJS Presentation</dc:subject>
  <dc:creator>DecodeLabs Data Analytics</dc:creator>
  <cp:lastModifiedBy>DecodeLabs Data Analytics</cp:lastModifiedBy>
  <cp:revision>1</cp:revision>
  <dcterms:created xsi:type="dcterms:W3CDTF">2026-07-08T15:38:03Z</dcterms:created>
  <dcterms:modified xsi:type="dcterms:W3CDTF">2026-07-08T15:38:03Z</dcterms:modified>
</cp:coreProperties>
</file>